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 snapToGrid="0">
      <p:cViewPr varScale="1">
        <p:scale>
          <a:sx n="79" d="100"/>
          <a:sy n="79" d="100"/>
        </p:scale>
        <p:origin x="120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3C351-D424-6CB4-EA90-C4F0FF72CA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619272-173F-02A6-FBF7-E3E78A0001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C0B44B-95F9-222F-6D45-5E7E04D2E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0669E-0180-4794-A630-AB1D0DB9AC19}" type="datetimeFigureOut">
              <a:rPr lang="en-GB" smtClean="0"/>
              <a:t>08/03/2026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B47034-9436-D649-5AB2-C24F892E6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3DDC0F-92F2-C39C-B00B-B114C11E4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E1571-2958-439E-A196-FCF7111B9D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9161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D2A02-0750-148C-0AE8-5F881F03F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823A3-E61A-FC1A-D765-253CEF112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F9C9DC-E593-6D66-496E-AA20101A4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0669E-0180-4794-A630-AB1D0DB9AC19}" type="datetimeFigureOut">
              <a:rPr lang="en-GB" smtClean="0"/>
              <a:t>08/03/2026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D0034A-6006-68D7-4EA9-2FB454726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83168-8E1F-7546-2C0F-0E82F2A00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E1571-2958-439E-A196-FCF7111B9D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9430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7310A-4537-54B3-86EC-CCA5872AD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86FB9-C015-67E7-2C0C-20E30D8758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67BAE9-34F7-DF79-B087-4BF2E4981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0669E-0180-4794-A630-AB1D0DB9AC19}" type="datetimeFigureOut">
              <a:rPr lang="en-GB" smtClean="0"/>
              <a:t>08/03/2026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18834-1EC2-1F16-7FFE-FAC861C74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65AAE7-A16B-8759-8973-E5F9AEEA6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E1571-2958-439E-A196-FCF7111B9D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9488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8924A-68B1-A0EE-C335-5C7FE4C40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18A0D-A5CA-623A-0F1A-07A4211C81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A7D217-9BA4-6FD7-09AA-43A3F88A4B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1FD6D3-D589-C156-FBEC-4D3A9970A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0669E-0180-4794-A630-AB1D0DB9AC19}" type="datetimeFigureOut">
              <a:rPr lang="en-GB" smtClean="0"/>
              <a:t>08/03/2026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7CD1C2-A431-A1CF-46D5-8BDFD6C45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3A04EE-8ED2-187B-676E-334D17233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E1571-2958-439E-A196-FCF7111B9D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2530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CC9F3-73AA-BCD5-CD91-B88BD5395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B2862D-5F75-2C3D-B5A5-F54DBD9CC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DEF677-AFC8-5DB2-6F1B-2AE260C3C9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430580-AD55-5DF9-A0BA-CC5CF93E53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AC2FD7-CCDF-CFEB-649F-3F3B383CF0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82AA85-B057-AD90-0A92-A2C435E3A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0669E-0180-4794-A630-AB1D0DB9AC19}" type="datetimeFigureOut">
              <a:rPr lang="en-GB" smtClean="0"/>
              <a:t>08/03/2026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58F254-C3F3-5F1D-F6E1-845A62FA4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7DBDED-C878-AEB3-0056-A03F938A4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E1571-2958-439E-A196-FCF7111B9D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2664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8823D-CA9A-E292-B2F5-73AD83E0A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F0B4E3-924D-EF22-DE86-497C0F616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0669E-0180-4794-A630-AB1D0DB9AC19}" type="datetimeFigureOut">
              <a:rPr lang="en-GB" smtClean="0"/>
              <a:t>08/03/2026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482D07-8560-09BA-F67D-A14D3354A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795034-A473-C05D-A3AC-BA5333ED0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E1571-2958-439E-A196-FCF7111B9D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7838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11DA86-82A7-C4BD-4E2D-1C4839EF5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0669E-0180-4794-A630-AB1D0DB9AC19}" type="datetimeFigureOut">
              <a:rPr lang="en-GB" smtClean="0"/>
              <a:t>08/03/2026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1365B9-73FE-DA77-97C5-A4B2B208E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47CB9-8AE4-EEF5-3A92-FFBCB2A23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E1571-2958-439E-A196-FCF7111B9D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147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89105-7760-D47B-6331-22B165624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DEC63-F75B-C7D2-7029-6E544CB0D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14C810-820A-9645-5E67-A166D4C89A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00A9FD-FE4E-A297-5520-D4D051660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0669E-0180-4794-A630-AB1D0DB9AC19}" type="datetimeFigureOut">
              <a:rPr lang="en-GB" smtClean="0"/>
              <a:t>08/03/2026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15B5DA-4C3E-DF29-3EFF-E6012DEB9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7ACAB6-2940-740A-063C-3381E9364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E1571-2958-439E-A196-FCF7111B9D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1428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CC174-D9D7-4D38-E944-96644CA5E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C71E06-2F69-162B-DCA0-E85DF5FC98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F207E2-BB9C-44EC-77B9-817DFC6526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DA2474-7AF7-7640-BB56-915C299B4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0669E-0180-4794-A630-AB1D0DB9AC19}" type="datetimeFigureOut">
              <a:rPr lang="en-GB" smtClean="0"/>
              <a:t>08/03/2026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7BFF0-D841-ECE5-756F-B19740E29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56DD08-1B2C-C315-7361-B9052FE07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E1571-2958-439E-A196-FCF7111B9D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4040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7C8D9-7789-5896-870E-1F0B3B111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6D4ECA-50C2-2DB1-8DC8-6D96DB1636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90D836-8B88-EA61-5DCF-886D8FAFB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0669E-0180-4794-A630-AB1D0DB9AC19}" type="datetimeFigureOut">
              <a:rPr lang="en-GB" smtClean="0"/>
              <a:t>08/03/2026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00ED6A-6ADC-3E94-8A6E-E7A080991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0A34B8-0F38-52D5-F303-A0522913D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E1571-2958-439E-A196-FCF7111B9D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1197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794AE8-B6D6-52F1-5F39-ED4A80576E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F428C5-4C18-C6BE-63EB-79E68C4F74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80EE98-5811-36FC-01D0-7FAAC70C1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0669E-0180-4794-A630-AB1D0DB9AC19}" type="datetimeFigureOut">
              <a:rPr lang="en-GB" smtClean="0"/>
              <a:t>08/03/2026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B4B57-E17F-C372-796F-43AFA535C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76649F-A4E3-DF7D-9347-CC22BE0EC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E1571-2958-439E-A196-FCF7111B9D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8786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DB5B31-DB1F-F38E-493B-1B2588053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F31DB-5CB6-E8B4-C1C9-89DB16FC59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3131B1-6625-93A9-94CF-083EAB6B70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10669E-0180-4794-A630-AB1D0DB9AC19}" type="datetimeFigureOut">
              <a:rPr lang="en-GB" smtClean="0"/>
              <a:t>08/03/2026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1F06F-B3B3-F390-513F-1A461C61CD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F3D8B1-4496-979A-3333-A62DE545D3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2E1571-2958-439E-A196-FCF7111B9D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3394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052C9-1A23-33FC-1058-5B93373E56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3200" dirty="0"/>
              <a:t>Crowd Funding Project- </a:t>
            </a:r>
            <a:r>
              <a:rPr lang="en-GB" sz="3200" dirty="0" err="1"/>
              <a:t>PowerBI</a:t>
            </a:r>
            <a:r>
              <a:rPr lang="en-GB" sz="3200" dirty="0"/>
              <a:t> Dashboard</a:t>
            </a:r>
          </a:p>
        </p:txBody>
      </p:sp>
    </p:spTree>
    <p:extLst>
      <p:ext uri="{BB962C8B-B14F-4D97-AF65-F5344CB8AC3E}">
        <p14:creationId xmlns:p14="http://schemas.microsoft.com/office/powerpoint/2010/main" val="4228957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ED0800D-E5A8-9C8D-BF6D-A7B290559D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308" y="142416"/>
            <a:ext cx="10269383" cy="6573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813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C93A0-D2E5-9FED-1738-901B68075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BC1B32D-2368-56BC-A2C6-CDB762228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098" y="113837"/>
            <a:ext cx="10421804" cy="663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646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</Words>
  <Application>Microsoft Office PowerPoint</Application>
  <PresentationFormat>Widescreen</PresentationFormat>
  <Paragraphs>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Crowd Funding Project- PowerBI Dashboard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Prasad Korrapati</dc:creator>
  <cp:lastModifiedBy>Prasad Korrapati</cp:lastModifiedBy>
  <cp:revision>2</cp:revision>
  <dcterms:created xsi:type="dcterms:W3CDTF">2026-03-08T18:10:33Z</dcterms:created>
  <dcterms:modified xsi:type="dcterms:W3CDTF">2026-03-08T18:23:02Z</dcterms:modified>
</cp:coreProperties>
</file>