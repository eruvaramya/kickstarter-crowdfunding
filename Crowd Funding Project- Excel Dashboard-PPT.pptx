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3C351-D424-6CB4-EA90-C4F0FF72C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19272-173F-02A6-FBF7-E3E78A000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0B44B-95F9-222F-6D45-5E7E04D2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7034-9436-D649-5AB2-C24F892E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DDC0F-92F2-C39C-B00B-B114C11E4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16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2A02-0750-148C-0AE8-5F881F03F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23A3-E61A-FC1A-D765-253CEF112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9C9DC-E593-6D66-496E-AA20101A4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0034A-6006-68D7-4EA9-2FB454726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83168-8E1F-7546-2C0F-0E82F2A0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43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310A-4537-54B3-86EC-CCA5872AD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86FB9-C015-67E7-2C0C-20E30D875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7BAE9-34F7-DF79-B087-4BF2E498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18834-1EC2-1F16-7FFE-FAC861C74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5AAE7-A16B-8759-8973-E5F9AEEA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48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8924A-68B1-A0EE-C335-5C7FE4C4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18A0D-A5CA-623A-0F1A-07A4211C81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7D217-9BA4-6FD7-09AA-43A3F88A4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1FD6D3-D589-C156-FBEC-4D3A9970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CD1C2-A431-A1CF-46D5-8BDFD6C45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A04EE-8ED2-187B-676E-334D1723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53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C9F3-73AA-BCD5-CD91-B88BD5395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2862D-5F75-2C3D-B5A5-F54DBD9CC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EF677-AFC8-5DB2-6F1B-2AE260C3C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430580-AD55-5DF9-A0BA-CC5CF93E53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AC2FD7-CCDF-CFEB-649F-3F3B383CF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2AA85-B057-AD90-0A92-A2C435E3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58F254-C3F3-5F1D-F6E1-845A62FA4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DBDED-C878-AEB3-0056-A03F938A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664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8823D-CA9A-E292-B2F5-73AD83E0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F0B4E3-924D-EF22-DE86-497C0F616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82D07-8560-09BA-F67D-A14D3354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95034-A473-C05D-A3AC-BA5333ED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7838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1DA86-82A7-C4BD-4E2D-1C4839EF5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1365B9-73FE-DA77-97C5-A4B2B208E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47CB9-8AE4-EEF5-3A92-FFBCB2A2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4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89105-7760-D47B-6331-22B16562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DEC63-F75B-C7D2-7029-6E544CB0D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4C810-820A-9645-5E67-A166D4C89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0A9FD-FE4E-A297-5520-D4D051660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5B5DA-4C3E-DF29-3EFF-E6012DEB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ACAB6-2940-740A-063C-3381E936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428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C174-D9D7-4D38-E944-96644CA5E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71E06-2F69-162B-DCA0-E85DF5FC98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207E2-BB9C-44EC-77B9-817DFC652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A2474-7AF7-7640-BB56-915C299B4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7BFF0-D841-ECE5-756F-B19740E29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6DD08-1B2C-C315-7361-B9052FE07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040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C8D9-7789-5896-870E-1F0B3B111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D4ECA-50C2-2DB1-8DC8-6D96DB163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D836-8B88-EA61-5DCF-886D8FAF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0ED6A-6ADC-3E94-8A6E-E7A080991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A34B8-0F38-52D5-F303-A0522913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119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794AE8-B6D6-52F1-5F39-ED4A80576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28C5-4C18-C6BE-63EB-79E68C4F7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EE98-5811-36FC-01D0-7FAAC70C1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B4B57-E17F-C372-796F-43AFA535C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6649F-A4E3-DF7D-9347-CC22BE0EC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786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DB5B31-DB1F-F38E-493B-1B258805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F31DB-5CB6-E8B4-C1C9-89DB16FC5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131B1-6625-93A9-94CF-083EAB6B7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0669E-0180-4794-A630-AB1D0DB9AC19}" type="datetimeFigureOut">
              <a:rPr lang="en-GB" smtClean="0"/>
              <a:t>08/03/2026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1F06F-B3B3-F390-513F-1A461C61CD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3D8B1-4496-979A-3333-A62DE545D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E1571-2958-439E-A196-FCF7111B9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339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2C9-1A23-33FC-1058-5B93373E56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Crowd Funding Project- Excel Dashboard</a:t>
            </a:r>
          </a:p>
        </p:txBody>
      </p:sp>
    </p:spTree>
    <p:extLst>
      <p:ext uri="{BB962C8B-B14F-4D97-AF65-F5344CB8AC3E}">
        <p14:creationId xmlns:p14="http://schemas.microsoft.com/office/powerpoint/2010/main" val="4228957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C7D998-AA7C-E34B-C808-5C972BF9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77" y="463296"/>
            <a:ext cx="10671313" cy="581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13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93A0-D2E5-9FED-1738-901B68075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F7D0EF-B687-6FB3-B1AB-2BD3BE067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93" y="390144"/>
            <a:ext cx="10655655" cy="574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64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Crowd Funding Project- Excel Dashboard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Korrapati</dc:creator>
  <cp:lastModifiedBy>Prasad Korrapati</cp:lastModifiedBy>
  <cp:revision>1</cp:revision>
  <dcterms:created xsi:type="dcterms:W3CDTF">2026-03-08T18:10:33Z</dcterms:created>
  <dcterms:modified xsi:type="dcterms:W3CDTF">2026-03-08T18:15:34Z</dcterms:modified>
</cp:coreProperties>
</file>