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6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83B18471-89EB-4600-B522-063F340673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Crowdfunding-Tableau Dashboard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155E16E6-9DE1-4EC6-B259-03D41545D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7B2F3343-AA86-4023-9C30-90D82F7AB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2">
            <a:extLst>
              <a:ext uri="{FF2B5EF4-FFF2-40B4-BE49-F238E27FC236}">
                <a16:creationId xmlns:a16="http://schemas.microsoft.com/office/drawing/2014/main" id="{0E90EBDF-BF3D-4140-8E56-A09043A8C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Crowdfunding-Tableau 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Prasad Korrapati</cp:lastModifiedBy>
  <cp:revision>1</cp:revision>
  <dcterms:created xsi:type="dcterms:W3CDTF">2026-03-08T18:01:29Z</dcterms:created>
  <dcterms:modified xsi:type="dcterms:W3CDTF">2026-03-08T18:02:11Z</dcterms:modified>
</cp:coreProperties>
</file>